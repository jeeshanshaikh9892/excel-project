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0" r:id="rId11"/>
    <p:sldId id="269" r:id="rId12"/>
    <p:sldId id="270" r:id="rId13"/>
    <p:sldId id="271" r:id="rId14"/>
    <p:sldId id="272" r:id="rId15"/>
    <p:sldId id="273" r:id="rId16"/>
    <p:sldId id="286" r:id="rId17"/>
    <p:sldId id="274" r:id="rId18"/>
    <p:sldId id="275" r:id="rId19"/>
    <p:sldId id="276" r:id="rId20"/>
    <p:sldId id="287" r:id="rId21"/>
    <p:sldId id="288" r:id="rId22"/>
    <p:sldId id="278" r:id="rId23"/>
    <p:sldId id="279" r:id="rId24"/>
    <p:sldId id="280" r:id="rId25"/>
    <p:sldId id="28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6DDB24-732C-470D-895E-958A4D3617E2}" v="17" dt="2025-09-22T07:17:25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eshan shaikh" userId="740ff857b487d5be" providerId="LiveId" clId="{3A6DDB24-732C-470D-895E-958A4D3617E2}"/>
    <pc:docChg chg="undo custSel addSld delSld modSld">
      <pc:chgData name="jeeshan shaikh" userId="740ff857b487d5be" providerId="LiveId" clId="{3A6DDB24-732C-470D-895E-958A4D3617E2}" dt="2025-09-07T09:20:34.392" v="126" actId="47"/>
      <pc:docMkLst>
        <pc:docMk/>
      </pc:docMkLst>
      <pc:sldChg chg="addSp modSp mod setBg">
        <pc:chgData name="jeeshan shaikh" userId="740ff857b487d5be" providerId="LiveId" clId="{3A6DDB24-732C-470D-895E-958A4D3617E2}" dt="2025-09-07T09:12:25.694" v="65" actId="5793"/>
        <pc:sldMkLst>
          <pc:docMk/>
          <pc:sldMk cId="0" sldId="274"/>
        </pc:sldMkLst>
        <pc:spChg chg="mod">
          <ac:chgData name="jeeshan shaikh" userId="740ff857b487d5be" providerId="LiveId" clId="{3A6DDB24-732C-470D-895E-958A4D3617E2}" dt="2025-09-07T09:12:06.331" v="50" actId="26606"/>
          <ac:spMkLst>
            <pc:docMk/>
            <pc:sldMk cId="0" sldId="274"/>
            <ac:spMk id="2" creationId="{00000000-0000-0000-0000-000000000000}"/>
          </ac:spMkLst>
        </pc:spChg>
        <pc:spChg chg="mod">
          <ac:chgData name="jeeshan shaikh" userId="740ff857b487d5be" providerId="LiveId" clId="{3A6DDB24-732C-470D-895E-958A4D3617E2}" dt="2025-09-07T09:12:25.694" v="65" actId="5793"/>
          <ac:spMkLst>
            <pc:docMk/>
            <pc:sldMk cId="0" sldId="274"/>
            <ac:spMk id="3" creationId="{00000000-0000-0000-0000-000000000000}"/>
          </ac:spMkLst>
        </pc:spChg>
        <pc:spChg chg="add">
          <ac:chgData name="jeeshan shaikh" userId="740ff857b487d5be" providerId="LiveId" clId="{3A6DDB24-732C-470D-895E-958A4D3617E2}" dt="2025-09-07T09:12:06.331" v="50" actId="26606"/>
          <ac:spMkLst>
            <pc:docMk/>
            <pc:sldMk cId="0" sldId="274"/>
            <ac:spMk id="10" creationId="{058A14AF-9FB5-4CC7-BA35-E8E85D3EDF0E}"/>
          </ac:spMkLst>
        </pc:spChg>
        <pc:spChg chg="add">
          <ac:chgData name="jeeshan shaikh" userId="740ff857b487d5be" providerId="LiveId" clId="{3A6DDB24-732C-470D-895E-958A4D3617E2}" dt="2025-09-07T09:12:06.331" v="50" actId="26606"/>
          <ac:spMkLst>
            <pc:docMk/>
            <pc:sldMk cId="0" sldId="274"/>
            <ac:spMk id="12" creationId="{3A9A4357-BD1D-4622-A4FE-766E6AB8DE84}"/>
          </ac:spMkLst>
        </pc:spChg>
        <pc:spChg chg="add">
          <ac:chgData name="jeeshan shaikh" userId="740ff857b487d5be" providerId="LiveId" clId="{3A6DDB24-732C-470D-895E-958A4D3617E2}" dt="2025-09-07T09:12:06.331" v="50" actId="26606"/>
          <ac:spMkLst>
            <pc:docMk/>
            <pc:sldMk cId="0" sldId="274"/>
            <ac:spMk id="14" creationId="{E659831F-0D9A-4C63-9EBB-8435B85A440F}"/>
          </ac:spMkLst>
        </pc:spChg>
        <pc:spChg chg="add">
          <ac:chgData name="jeeshan shaikh" userId="740ff857b487d5be" providerId="LiveId" clId="{3A6DDB24-732C-470D-895E-958A4D3617E2}" dt="2025-09-07T09:12:06.331" v="50" actId="26606"/>
          <ac:spMkLst>
            <pc:docMk/>
            <pc:sldMk cId="0" sldId="274"/>
            <ac:spMk id="16" creationId="{E6995CE5-F890-4ABA-82A2-26507CE8D2A3}"/>
          </ac:spMkLst>
        </pc:spChg>
        <pc:picChg chg="add mod">
          <ac:chgData name="jeeshan shaikh" userId="740ff857b487d5be" providerId="LiveId" clId="{3A6DDB24-732C-470D-895E-958A4D3617E2}" dt="2025-09-07T09:12:06.331" v="50" actId="26606"/>
          <ac:picMkLst>
            <pc:docMk/>
            <pc:sldMk cId="0" sldId="274"/>
            <ac:picMk id="5" creationId="{1C06AF41-94B0-FB0A-E179-1B393106FCF6}"/>
          </ac:picMkLst>
        </pc:picChg>
      </pc:sldChg>
      <pc:sldChg chg="addSp modSp mod setBg">
        <pc:chgData name="jeeshan shaikh" userId="740ff857b487d5be" providerId="LiveId" clId="{3A6DDB24-732C-470D-895E-958A4D3617E2}" dt="2025-09-07T09:13:47.300" v="78" actId="5793"/>
        <pc:sldMkLst>
          <pc:docMk/>
          <pc:sldMk cId="0" sldId="275"/>
        </pc:sldMkLst>
        <pc:spChg chg="mod">
          <ac:chgData name="jeeshan shaikh" userId="740ff857b487d5be" providerId="LiveId" clId="{3A6DDB24-732C-470D-895E-958A4D3617E2}" dt="2025-09-07T09:13:33.045" v="69" actId="26606"/>
          <ac:spMkLst>
            <pc:docMk/>
            <pc:sldMk cId="0" sldId="275"/>
            <ac:spMk id="2" creationId="{00000000-0000-0000-0000-000000000000}"/>
          </ac:spMkLst>
        </pc:spChg>
        <pc:spChg chg="mod">
          <ac:chgData name="jeeshan shaikh" userId="740ff857b487d5be" providerId="LiveId" clId="{3A6DDB24-732C-470D-895E-958A4D3617E2}" dt="2025-09-07T09:13:47.300" v="78" actId="5793"/>
          <ac:spMkLst>
            <pc:docMk/>
            <pc:sldMk cId="0" sldId="275"/>
            <ac:spMk id="3" creationId="{00000000-0000-0000-0000-000000000000}"/>
          </ac:spMkLst>
        </pc:spChg>
        <pc:spChg chg="add">
          <ac:chgData name="jeeshan shaikh" userId="740ff857b487d5be" providerId="LiveId" clId="{3A6DDB24-732C-470D-895E-958A4D3617E2}" dt="2025-09-07T09:13:33.045" v="69" actId="26606"/>
          <ac:spMkLst>
            <pc:docMk/>
            <pc:sldMk cId="0" sldId="275"/>
            <ac:spMk id="10" creationId="{058A14AF-9FB5-4CC7-BA35-E8E85D3EDF0E}"/>
          </ac:spMkLst>
        </pc:spChg>
        <pc:spChg chg="add">
          <ac:chgData name="jeeshan shaikh" userId="740ff857b487d5be" providerId="LiveId" clId="{3A6DDB24-732C-470D-895E-958A4D3617E2}" dt="2025-09-07T09:13:33.045" v="69" actId="26606"/>
          <ac:spMkLst>
            <pc:docMk/>
            <pc:sldMk cId="0" sldId="275"/>
            <ac:spMk id="12" creationId="{3A9A4357-BD1D-4622-A4FE-766E6AB8DE84}"/>
          </ac:spMkLst>
        </pc:spChg>
        <pc:spChg chg="add">
          <ac:chgData name="jeeshan shaikh" userId="740ff857b487d5be" providerId="LiveId" clId="{3A6DDB24-732C-470D-895E-958A4D3617E2}" dt="2025-09-07T09:13:33.045" v="69" actId="26606"/>
          <ac:spMkLst>
            <pc:docMk/>
            <pc:sldMk cId="0" sldId="275"/>
            <ac:spMk id="14" creationId="{E659831F-0D9A-4C63-9EBB-8435B85A440F}"/>
          </ac:spMkLst>
        </pc:spChg>
        <pc:spChg chg="add">
          <ac:chgData name="jeeshan shaikh" userId="740ff857b487d5be" providerId="LiveId" clId="{3A6DDB24-732C-470D-895E-958A4D3617E2}" dt="2025-09-07T09:13:33.045" v="69" actId="26606"/>
          <ac:spMkLst>
            <pc:docMk/>
            <pc:sldMk cId="0" sldId="275"/>
            <ac:spMk id="16" creationId="{E6995CE5-F890-4ABA-82A2-26507CE8D2A3}"/>
          </ac:spMkLst>
        </pc:spChg>
        <pc:picChg chg="add mod">
          <ac:chgData name="jeeshan shaikh" userId="740ff857b487d5be" providerId="LiveId" clId="{3A6DDB24-732C-470D-895E-958A4D3617E2}" dt="2025-09-07T09:13:33.045" v="69" actId="26606"/>
          <ac:picMkLst>
            <pc:docMk/>
            <pc:sldMk cId="0" sldId="275"/>
            <ac:picMk id="5" creationId="{4676B312-7D43-BBBE-917C-582902C4894F}"/>
          </ac:picMkLst>
        </pc:picChg>
      </pc:sldChg>
      <pc:sldChg chg="addSp delSp modSp mod setBg delDesignElem chgLayout">
        <pc:chgData name="jeeshan shaikh" userId="740ff857b487d5be" providerId="LiveId" clId="{3A6DDB24-732C-470D-895E-958A4D3617E2}" dt="2025-09-07T09:19:51.343" v="118" actId="5793"/>
        <pc:sldMkLst>
          <pc:docMk/>
          <pc:sldMk cId="0" sldId="276"/>
        </pc:sldMkLst>
        <pc:spChg chg="mod ord">
          <ac:chgData name="jeeshan shaikh" userId="740ff857b487d5be" providerId="LiveId" clId="{3A6DDB24-732C-470D-895E-958A4D3617E2}" dt="2025-09-07T09:18:52.628" v="109" actId="700"/>
          <ac:spMkLst>
            <pc:docMk/>
            <pc:sldMk cId="0" sldId="276"/>
            <ac:spMk id="2" creationId="{00000000-0000-0000-0000-000000000000}"/>
          </ac:spMkLst>
        </pc:spChg>
        <pc:spChg chg="mod ord">
          <ac:chgData name="jeeshan shaikh" userId="740ff857b487d5be" providerId="LiveId" clId="{3A6DDB24-732C-470D-895E-958A4D3617E2}" dt="2025-09-07T09:19:51.343" v="118" actId="5793"/>
          <ac:spMkLst>
            <pc:docMk/>
            <pc:sldMk cId="0" sldId="276"/>
            <ac:spMk id="3" creationId="{00000000-0000-0000-0000-000000000000}"/>
          </ac:spMkLst>
        </pc:spChg>
        <pc:spChg chg="add del">
          <ac:chgData name="jeeshan shaikh" userId="740ff857b487d5be" providerId="LiveId" clId="{3A6DDB24-732C-470D-895E-958A4D3617E2}" dt="2025-09-07T09:18:52.628" v="109" actId="700"/>
          <ac:spMkLst>
            <pc:docMk/>
            <pc:sldMk cId="0" sldId="276"/>
            <ac:spMk id="10" creationId="{058A14AF-9FB5-4CC7-BA35-E8E85D3EDF0E}"/>
          </ac:spMkLst>
        </pc:spChg>
        <pc:spChg chg="add del">
          <ac:chgData name="jeeshan shaikh" userId="740ff857b487d5be" providerId="LiveId" clId="{3A6DDB24-732C-470D-895E-958A4D3617E2}" dt="2025-09-07T09:18:52.628" v="109" actId="700"/>
          <ac:spMkLst>
            <pc:docMk/>
            <pc:sldMk cId="0" sldId="276"/>
            <ac:spMk id="12" creationId="{3A9A4357-BD1D-4622-A4FE-766E6AB8DE84}"/>
          </ac:spMkLst>
        </pc:spChg>
        <pc:spChg chg="add del">
          <ac:chgData name="jeeshan shaikh" userId="740ff857b487d5be" providerId="LiveId" clId="{3A6DDB24-732C-470D-895E-958A4D3617E2}" dt="2025-09-07T09:18:52.628" v="109" actId="700"/>
          <ac:spMkLst>
            <pc:docMk/>
            <pc:sldMk cId="0" sldId="276"/>
            <ac:spMk id="14" creationId="{E659831F-0D9A-4C63-9EBB-8435B85A440F}"/>
          </ac:spMkLst>
        </pc:spChg>
        <pc:spChg chg="add del">
          <ac:chgData name="jeeshan shaikh" userId="740ff857b487d5be" providerId="LiveId" clId="{3A6DDB24-732C-470D-895E-958A4D3617E2}" dt="2025-09-07T09:18:52.628" v="109" actId="700"/>
          <ac:spMkLst>
            <pc:docMk/>
            <pc:sldMk cId="0" sldId="276"/>
            <ac:spMk id="16" creationId="{E6995CE5-F890-4ABA-82A2-26507CE8D2A3}"/>
          </ac:spMkLst>
        </pc:spChg>
        <pc:picChg chg="add del mod">
          <ac:chgData name="jeeshan shaikh" userId="740ff857b487d5be" providerId="LiveId" clId="{3A6DDB24-732C-470D-895E-958A4D3617E2}" dt="2025-09-07T09:19:50.312" v="117" actId="478"/>
          <ac:picMkLst>
            <pc:docMk/>
            <pc:sldMk cId="0" sldId="276"/>
            <ac:picMk id="5" creationId="{EEB44F7E-69D9-F69D-CCBB-AFA7890066EB}"/>
          </ac:picMkLst>
        </pc:picChg>
      </pc:sldChg>
      <pc:sldChg chg="addSp modSp del mod setBg">
        <pc:chgData name="jeeshan shaikh" userId="740ff857b487d5be" providerId="LiveId" clId="{3A6DDB24-732C-470D-895E-958A4D3617E2}" dt="2025-09-07T09:20:34.392" v="126" actId="47"/>
        <pc:sldMkLst>
          <pc:docMk/>
          <pc:sldMk cId="0" sldId="277"/>
        </pc:sldMkLst>
      </pc:sldChg>
      <pc:sldChg chg="modSp mod">
        <pc:chgData name="jeeshan shaikh" userId="740ff857b487d5be" providerId="LiveId" clId="{3A6DDB24-732C-470D-895E-958A4D3617E2}" dt="2025-09-07T09:07:50.980" v="35" actId="27636"/>
        <pc:sldMkLst>
          <pc:docMk/>
          <pc:sldMk cId="0" sldId="283"/>
        </pc:sldMkLst>
      </pc:sldChg>
      <pc:sldChg chg="addSp delSp modSp mod setBg">
        <pc:chgData name="jeeshan shaikh" userId="740ff857b487d5be" providerId="LiveId" clId="{3A6DDB24-732C-470D-895E-958A4D3617E2}" dt="2025-09-07T09:07:26.077" v="32" actId="26606"/>
        <pc:sldMkLst>
          <pc:docMk/>
          <pc:sldMk cId="0" sldId="285"/>
        </pc:sldMkLst>
        <pc:spChg chg="mod">
          <ac:chgData name="jeeshan shaikh" userId="740ff857b487d5be" providerId="LiveId" clId="{3A6DDB24-732C-470D-895E-958A4D3617E2}" dt="2025-09-07T09:07:26.077" v="32" actId="26606"/>
          <ac:spMkLst>
            <pc:docMk/>
            <pc:sldMk cId="0" sldId="285"/>
            <ac:spMk id="2" creationId="{00000000-0000-0000-0000-000000000000}"/>
          </ac:spMkLst>
        </pc:spChg>
        <pc:spChg chg="add">
          <ac:chgData name="jeeshan shaikh" userId="740ff857b487d5be" providerId="LiveId" clId="{3A6DDB24-732C-470D-895E-958A4D3617E2}" dt="2025-09-07T09:07:26.077" v="32" actId="26606"/>
          <ac:spMkLst>
            <pc:docMk/>
            <pc:sldMk cId="0" sldId="285"/>
            <ac:spMk id="7" creationId="{577D6B2E-37A3-429E-A37C-F30ED6487282}"/>
          </ac:spMkLst>
        </pc:spChg>
        <pc:spChg chg="add">
          <ac:chgData name="jeeshan shaikh" userId="740ff857b487d5be" providerId="LiveId" clId="{3A6DDB24-732C-470D-895E-958A4D3617E2}" dt="2025-09-07T09:07:26.077" v="32" actId="26606"/>
          <ac:spMkLst>
            <pc:docMk/>
            <pc:sldMk cId="0" sldId="285"/>
            <ac:spMk id="9" creationId="{5CEAD642-85CF-4750-8432-7C80C901F001}"/>
          </ac:spMkLst>
        </pc:spChg>
        <pc:spChg chg="add">
          <ac:chgData name="jeeshan shaikh" userId="740ff857b487d5be" providerId="LiveId" clId="{3A6DDB24-732C-470D-895E-958A4D3617E2}" dt="2025-09-07T09:07:26.077" v="32" actId="26606"/>
          <ac:spMkLst>
            <pc:docMk/>
            <pc:sldMk cId="0" sldId="285"/>
            <ac:spMk id="11" creationId="{FA33EEAE-15D5-4119-8C1E-89D943F911EF}"/>
          </ac:spMkLst>
        </pc:spChg>
        <pc:spChg chg="add">
          <ac:chgData name="jeeshan shaikh" userId="740ff857b487d5be" providerId="LiveId" clId="{3A6DDB24-732C-470D-895E-958A4D3617E2}" dt="2025-09-07T09:07:26.077" v="32" actId="26606"/>
          <ac:spMkLst>
            <pc:docMk/>
            <pc:sldMk cId="0" sldId="285"/>
            <ac:spMk id="13" creationId="{730D8B3B-9B80-4025-B934-26DC7D7CD231}"/>
          </ac:spMkLst>
        </pc:spChg>
        <pc:spChg chg="add">
          <ac:chgData name="jeeshan shaikh" userId="740ff857b487d5be" providerId="LiveId" clId="{3A6DDB24-732C-470D-895E-958A4D3617E2}" dt="2025-09-07T09:07:26.077" v="32" actId="26606"/>
          <ac:spMkLst>
            <pc:docMk/>
            <pc:sldMk cId="0" sldId="285"/>
            <ac:spMk id="15" creationId="{1064D5D5-227B-4F66-9AEA-46F570E793BD}"/>
          </ac:spMkLst>
        </pc:spChg>
        <pc:spChg chg="add">
          <ac:chgData name="jeeshan shaikh" userId="740ff857b487d5be" providerId="LiveId" clId="{3A6DDB24-732C-470D-895E-958A4D3617E2}" dt="2025-09-07T09:07:26.077" v="32" actId="26606"/>
          <ac:spMkLst>
            <pc:docMk/>
            <pc:sldMk cId="0" sldId="285"/>
            <ac:spMk id="17" creationId="{646B67A4-D328-4747-A82B-65E84FA46368}"/>
          </ac:spMkLst>
        </pc:spChg>
        <pc:spChg chg="add">
          <ac:chgData name="jeeshan shaikh" userId="740ff857b487d5be" providerId="LiveId" clId="{3A6DDB24-732C-470D-895E-958A4D3617E2}" dt="2025-09-07T09:07:26.077" v="32" actId="26606"/>
          <ac:spMkLst>
            <pc:docMk/>
            <pc:sldMk cId="0" sldId="285"/>
            <ac:spMk id="19" creationId="{B5A1B09C-1565-46F8-B70F-621C5EB48A09}"/>
          </ac:spMkLst>
        </pc:spChg>
        <pc:spChg chg="add">
          <ac:chgData name="jeeshan shaikh" userId="740ff857b487d5be" providerId="LiveId" clId="{3A6DDB24-732C-470D-895E-958A4D3617E2}" dt="2025-09-07T09:07:26.077" v="32" actId="26606"/>
          <ac:spMkLst>
            <pc:docMk/>
            <pc:sldMk cId="0" sldId="285"/>
            <ac:spMk id="21" creationId="{8C516CC8-80AC-446C-A56E-9F54B7210402}"/>
          </ac:spMkLst>
        </pc:spChg>
      </pc:sldChg>
      <pc:sldChg chg="addSp delSp modSp new mod setBg addAnim delAnim">
        <pc:chgData name="jeeshan shaikh" userId="740ff857b487d5be" providerId="LiveId" clId="{3A6DDB24-732C-470D-895E-958A4D3617E2}" dt="2025-09-07T09:08:19.354" v="45" actId="403"/>
        <pc:sldMkLst>
          <pc:docMk/>
          <pc:sldMk cId="2239216961" sldId="286"/>
        </pc:sldMkLst>
        <pc:spChg chg="mod">
          <ac:chgData name="jeeshan shaikh" userId="740ff857b487d5be" providerId="LiveId" clId="{3A6DDB24-732C-470D-895E-958A4D3617E2}" dt="2025-09-07T09:08:19.354" v="45" actId="403"/>
          <ac:spMkLst>
            <pc:docMk/>
            <pc:sldMk cId="2239216961" sldId="286"/>
            <ac:spMk id="2" creationId="{E697D656-7F8E-DB96-B5D2-627A1293A910}"/>
          </ac:spMkLst>
        </pc:spChg>
        <pc:spChg chg="add">
          <ac:chgData name="jeeshan shaikh" userId="740ff857b487d5be" providerId="LiveId" clId="{3A6DDB24-732C-470D-895E-958A4D3617E2}" dt="2025-09-07T09:08:13.170" v="42" actId="26606"/>
          <ac:spMkLst>
            <pc:docMk/>
            <pc:sldMk cId="2239216961" sldId="286"/>
            <ac:spMk id="23" creationId="{0E30439A-8A5B-46EC-8283-9B6B031D40D0}"/>
          </ac:spMkLst>
        </pc:spChg>
        <pc:spChg chg="add">
          <ac:chgData name="jeeshan shaikh" userId="740ff857b487d5be" providerId="LiveId" clId="{3A6DDB24-732C-470D-895E-958A4D3617E2}" dt="2025-09-07T09:08:13.170" v="42" actId="26606"/>
          <ac:spMkLst>
            <pc:docMk/>
            <pc:sldMk cId="2239216961" sldId="286"/>
            <ac:spMk id="24" creationId="{5CEAD642-85CF-4750-8432-7C80C901F001}"/>
          </ac:spMkLst>
        </pc:spChg>
        <pc:spChg chg="add">
          <ac:chgData name="jeeshan shaikh" userId="740ff857b487d5be" providerId="LiveId" clId="{3A6DDB24-732C-470D-895E-958A4D3617E2}" dt="2025-09-07T09:08:13.170" v="42" actId="26606"/>
          <ac:spMkLst>
            <pc:docMk/>
            <pc:sldMk cId="2239216961" sldId="286"/>
            <ac:spMk id="25" creationId="{FA33EEAE-15D5-4119-8C1E-89D943F911EF}"/>
          </ac:spMkLst>
        </pc:spChg>
        <pc:spChg chg="add">
          <ac:chgData name="jeeshan shaikh" userId="740ff857b487d5be" providerId="LiveId" clId="{3A6DDB24-732C-470D-895E-958A4D3617E2}" dt="2025-09-07T09:08:13.170" v="42" actId="26606"/>
          <ac:spMkLst>
            <pc:docMk/>
            <pc:sldMk cId="2239216961" sldId="286"/>
            <ac:spMk id="26" creationId="{730D8B3B-9B80-4025-B934-26DC7D7CD231}"/>
          </ac:spMkLst>
        </pc:spChg>
        <pc:spChg chg="add">
          <ac:chgData name="jeeshan shaikh" userId="740ff857b487d5be" providerId="LiveId" clId="{3A6DDB24-732C-470D-895E-958A4D3617E2}" dt="2025-09-07T09:08:13.170" v="42" actId="26606"/>
          <ac:spMkLst>
            <pc:docMk/>
            <pc:sldMk cId="2239216961" sldId="286"/>
            <ac:spMk id="27" creationId="{B5A1B09C-1565-46F8-B70F-621C5EB48A09}"/>
          </ac:spMkLst>
        </pc:spChg>
        <pc:spChg chg="add">
          <ac:chgData name="jeeshan shaikh" userId="740ff857b487d5be" providerId="LiveId" clId="{3A6DDB24-732C-470D-895E-958A4D3617E2}" dt="2025-09-07T09:08:13.170" v="42" actId="26606"/>
          <ac:spMkLst>
            <pc:docMk/>
            <pc:sldMk cId="2239216961" sldId="286"/>
            <ac:spMk id="28" creationId="{8C516CC8-80AC-446C-A56E-9F54B7210402}"/>
          </ac:spMkLst>
        </pc:spChg>
        <pc:spChg chg="add">
          <ac:chgData name="jeeshan shaikh" userId="740ff857b487d5be" providerId="LiveId" clId="{3A6DDB24-732C-470D-895E-958A4D3617E2}" dt="2025-09-07T09:08:13.170" v="42" actId="26606"/>
          <ac:spMkLst>
            <pc:docMk/>
            <pc:sldMk cId="2239216961" sldId="286"/>
            <ac:spMk id="29" creationId="{53947E58-F088-49F1-A3D1-DEA690192E84}"/>
          </ac:spMkLst>
        </pc:spChg>
      </pc:sldChg>
      <pc:sldChg chg="new del">
        <pc:chgData name="jeeshan shaikh" userId="740ff857b487d5be" providerId="LiveId" clId="{3A6DDB24-732C-470D-895E-958A4D3617E2}" dt="2025-09-07T09:18:47.393" v="107" actId="47"/>
        <pc:sldMkLst>
          <pc:docMk/>
          <pc:sldMk cId="182629810" sldId="287"/>
        </pc:sldMkLst>
      </pc:sldChg>
      <pc:sldChg chg="addSp delSp modSp add mod">
        <pc:chgData name="jeeshan shaikh" userId="740ff857b487d5be" providerId="LiveId" clId="{3A6DDB24-732C-470D-895E-958A4D3617E2}" dt="2025-09-07T09:20:29.997" v="125" actId="1076"/>
        <pc:sldMkLst>
          <pc:docMk/>
          <pc:sldMk cId="690747973" sldId="287"/>
        </pc:sldMkLst>
        <pc:spChg chg="mod">
          <ac:chgData name="jeeshan shaikh" userId="740ff857b487d5be" providerId="LiveId" clId="{3A6DDB24-732C-470D-895E-958A4D3617E2}" dt="2025-09-07T09:20:08.896" v="120" actId="20577"/>
          <ac:spMkLst>
            <pc:docMk/>
            <pc:sldMk cId="690747973" sldId="287"/>
            <ac:spMk id="2" creationId="{10EDAC7C-C01A-DD3F-DB22-4592A7EDC51C}"/>
          </ac:spMkLst>
        </pc:spChg>
        <pc:spChg chg="mod">
          <ac:chgData name="jeeshan shaikh" userId="740ff857b487d5be" providerId="LiveId" clId="{3A6DDB24-732C-470D-895E-958A4D3617E2}" dt="2025-09-07T09:20:21.195" v="122" actId="5793"/>
          <ac:spMkLst>
            <pc:docMk/>
            <pc:sldMk cId="690747973" sldId="287"/>
            <ac:spMk id="3" creationId="{70CC85E2-1975-4AF7-9CE8-D4492C0275EB}"/>
          </ac:spMkLst>
        </pc:spChg>
        <pc:picChg chg="add mod">
          <ac:chgData name="jeeshan shaikh" userId="740ff857b487d5be" providerId="LiveId" clId="{3A6DDB24-732C-470D-895E-958A4D3617E2}" dt="2025-09-07T09:20:29.997" v="125" actId="1076"/>
          <ac:picMkLst>
            <pc:docMk/>
            <pc:sldMk cId="690747973" sldId="287"/>
            <ac:picMk id="4" creationId="{C35F0BCA-276E-7AC7-E7E3-B5DBC816AF4B}"/>
          </ac:picMkLst>
        </pc:picChg>
      </pc:sldChg>
    </pc:docChg>
  </pc:docChgLst>
  <pc:docChgLst>
    <pc:chgData name="jeeshan shaikh" userId="740ff857b487d5be" providerId="LiveId" clId="{C644F9FF-D04A-446E-AE3B-CB8B4FBD58BA}"/>
    <pc:docChg chg="custSel addSld delSld modSld sldOrd">
      <pc:chgData name="jeeshan shaikh" userId="740ff857b487d5be" providerId="LiveId" clId="{C644F9FF-D04A-446E-AE3B-CB8B4FBD58BA}" dt="2025-09-22T07:17:59.602" v="48" actId="1076"/>
      <pc:docMkLst>
        <pc:docMk/>
      </pc:docMkLst>
      <pc:sldChg chg="addSp modSp mod setBg">
        <pc:chgData name="jeeshan shaikh" userId="740ff857b487d5be" providerId="LiveId" clId="{C644F9FF-D04A-446E-AE3B-CB8B4FBD58BA}" dt="2025-09-13T05:49:00.793" v="10" actId="27614"/>
        <pc:sldMkLst>
          <pc:docMk/>
          <pc:sldMk cId="0" sldId="278"/>
        </pc:sldMkLst>
        <pc:spChg chg="mod">
          <ac:chgData name="jeeshan shaikh" userId="740ff857b487d5be" providerId="LiveId" clId="{C644F9FF-D04A-446E-AE3B-CB8B4FBD58BA}" dt="2025-09-13T05:48:54.448" v="9" actId="26606"/>
          <ac:spMkLst>
            <pc:docMk/>
            <pc:sldMk cId="0" sldId="278"/>
            <ac:spMk id="2" creationId="{00000000-0000-0000-0000-000000000000}"/>
          </ac:spMkLst>
        </pc:spChg>
        <pc:spChg chg="mod">
          <ac:chgData name="jeeshan shaikh" userId="740ff857b487d5be" providerId="LiveId" clId="{C644F9FF-D04A-446E-AE3B-CB8B4FBD58BA}" dt="2025-09-13T05:48:54.448" v="9" actId="26606"/>
          <ac:spMkLst>
            <pc:docMk/>
            <pc:sldMk cId="0" sldId="278"/>
            <ac:spMk id="3" creationId="{00000000-0000-0000-0000-000000000000}"/>
          </ac:spMkLst>
        </pc:spChg>
        <pc:spChg chg="add">
          <ac:chgData name="jeeshan shaikh" userId="740ff857b487d5be" providerId="LiveId" clId="{C644F9FF-D04A-446E-AE3B-CB8B4FBD58BA}" dt="2025-09-13T05:48:54.448" v="9" actId="26606"/>
          <ac:spMkLst>
            <pc:docMk/>
            <pc:sldMk cId="0" sldId="278"/>
            <ac:spMk id="10" creationId="{058A14AF-9FB5-4CC7-BA35-E8E85D3EDF0E}"/>
          </ac:spMkLst>
        </pc:spChg>
        <pc:spChg chg="add">
          <ac:chgData name="jeeshan shaikh" userId="740ff857b487d5be" providerId="LiveId" clId="{C644F9FF-D04A-446E-AE3B-CB8B4FBD58BA}" dt="2025-09-13T05:48:54.448" v="9" actId="26606"/>
          <ac:spMkLst>
            <pc:docMk/>
            <pc:sldMk cId="0" sldId="278"/>
            <ac:spMk id="12" creationId="{3A9A4357-BD1D-4622-A4FE-766E6AB8DE84}"/>
          </ac:spMkLst>
        </pc:spChg>
        <pc:spChg chg="add">
          <ac:chgData name="jeeshan shaikh" userId="740ff857b487d5be" providerId="LiveId" clId="{C644F9FF-D04A-446E-AE3B-CB8B4FBD58BA}" dt="2025-09-13T05:48:54.448" v="9" actId="26606"/>
          <ac:spMkLst>
            <pc:docMk/>
            <pc:sldMk cId="0" sldId="278"/>
            <ac:spMk id="14" creationId="{E659831F-0D9A-4C63-9EBB-8435B85A440F}"/>
          </ac:spMkLst>
        </pc:spChg>
        <pc:spChg chg="add">
          <ac:chgData name="jeeshan shaikh" userId="740ff857b487d5be" providerId="LiveId" clId="{C644F9FF-D04A-446E-AE3B-CB8B4FBD58BA}" dt="2025-09-13T05:48:54.448" v="9" actId="26606"/>
          <ac:spMkLst>
            <pc:docMk/>
            <pc:sldMk cId="0" sldId="278"/>
            <ac:spMk id="16" creationId="{E6995CE5-F890-4ABA-82A2-26507CE8D2A3}"/>
          </ac:spMkLst>
        </pc:spChg>
        <pc:picChg chg="add mod">
          <ac:chgData name="jeeshan shaikh" userId="740ff857b487d5be" providerId="LiveId" clId="{C644F9FF-D04A-446E-AE3B-CB8B4FBD58BA}" dt="2025-09-13T05:49:00.793" v="10" actId="27614"/>
          <ac:picMkLst>
            <pc:docMk/>
            <pc:sldMk cId="0" sldId="278"/>
            <ac:picMk id="5" creationId="{3D58BE34-92CC-C7AA-BB48-57439CE08A52}"/>
          </ac:picMkLst>
        </pc:picChg>
      </pc:sldChg>
      <pc:sldChg chg="addSp modSp mod setBg">
        <pc:chgData name="jeeshan shaikh" userId="740ff857b487d5be" providerId="LiveId" clId="{C644F9FF-D04A-446E-AE3B-CB8B4FBD58BA}" dt="2025-09-13T05:52:15.827" v="23" actId="962"/>
        <pc:sldMkLst>
          <pc:docMk/>
          <pc:sldMk cId="0" sldId="279"/>
        </pc:sldMkLst>
        <pc:spChg chg="mod">
          <ac:chgData name="jeeshan shaikh" userId="740ff857b487d5be" providerId="LiveId" clId="{C644F9FF-D04A-446E-AE3B-CB8B4FBD58BA}" dt="2025-09-13T05:52:11.963" v="21" actId="26606"/>
          <ac:spMkLst>
            <pc:docMk/>
            <pc:sldMk cId="0" sldId="279"/>
            <ac:spMk id="2" creationId="{00000000-0000-0000-0000-000000000000}"/>
          </ac:spMkLst>
        </pc:spChg>
        <pc:spChg chg="mod">
          <ac:chgData name="jeeshan shaikh" userId="740ff857b487d5be" providerId="LiveId" clId="{C644F9FF-D04A-446E-AE3B-CB8B4FBD58BA}" dt="2025-09-13T05:52:11.963" v="21" actId="26606"/>
          <ac:spMkLst>
            <pc:docMk/>
            <pc:sldMk cId="0" sldId="279"/>
            <ac:spMk id="3" creationId="{00000000-0000-0000-0000-000000000000}"/>
          </ac:spMkLst>
        </pc:spChg>
        <pc:spChg chg="add">
          <ac:chgData name="jeeshan shaikh" userId="740ff857b487d5be" providerId="LiveId" clId="{C644F9FF-D04A-446E-AE3B-CB8B4FBD58BA}" dt="2025-09-13T05:52:11.963" v="21" actId="26606"/>
          <ac:spMkLst>
            <pc:docMk/>
            <pc:sldMk cId="0" sldId="279"/>
            <ac:spMk id="10" creationId="{058A14AF-9FB5-4CC7-BA35-E8E85D3EDF0E}"/>
          </ac:spMkLst>
        </pc:spChg>
        <pc:spChg chg="add">
          <ac:chgData name="jeeshan shaikh" userId="740ff857b487d5be" providerId="LiveId" clId="{C644F9FF-D04A-446E-AE3B-CB8B4FBD58BA}" dt="2025-09-13T05:52:11.963" v="21" actId="26606"/>
          <ac:spMkLst>
            <pc:docMk/>
            <pc:sldMk cId="0" sldId="279"/>
            <ac:spMk id="12" creationId="{3A9A4357-BD1D-4622-A4FE-766E6AB8DE84}"/>
          </ac:spMkLst>
        </pc:spChg>
        <pc:spChg chg="add">
          <ac:chgData name="jeeshan shaikh" userId="740ff857b487d5be" providerId="LiveId" clId="{C644F9FF-D04A-446E-AE3B-CB8B4FBD58BA}" dt="2025-09-13T05:52:11.963" v="21" actId="26606"/>
          <ac:spMkLst>
            <pc:docMk/>
            <pc:sldMk cId="0" sldId="279"/>
            <ac:spMk id="14" creationId="{E659831F-0D9A-4C63-9EBB-8435B85A440F}"/>
          </ac:spMkLst>
        </pc:spChg>
        <pc:spChg chg="add">
          <ac:chgData name="jeeshan shaikh" userId="740ff857b487d5be" providerId="LiveId" clId="{C644F9FF-D04A-446E-AE3B-CB8B4FBD58BA}" dt="2025-09-13T05:52:11.963" v="21" actId="26606"/>
          <ac:spMkLst>
            <pc:docMk/>
            <pc:sldMk cId="0" sldId="279"/>
            <ac:spMk id="16" creationId="{E6995CE5-F890-4ABA-82A2-26507CE8D2A3}"/>
          </ac:spMkLst>
        </pc:spChg>
        <pc:picChg chg="add mod">
          <ac:chgData name="jeeshan shaikh" userId="740ff857b487d5be" providerId="LiveId" clId="{C644F9FF-D04A-446E-AE3B-CB8B4FBD58BA}" dt="2025-09-13T05:52:15.827" v="23" actId="962"/>
          <ac:picMkLst>
            <pc:docMk/>
            <pc:sldMk cId="0" sldId="279"/>
            <ac:picMk id="5" creationId="{3DC1E933-6BA2-E9D5-C1F8-79E377DC365A}"/>
          </ac:picMkLst>
        </pc:picChg>
      </pc:sldChg>
      <pc:sldChg chg="addSp modSp mod setBg">
        <pc:chgData name="jeeshan shaikh" userId="740ff857b487d5be" providerId="LiveId" clId="{C644F9FF-D04A-446E-AE3B-CB8B4FBD58BA}" dt="2025-09-13T05:53:18.505" v="29" actId="962"/>
        <pc:sldMkLst>
          <pc:docMk/>
          <pc:sldMk cId="0" sldId="280"/>
        </pc:sldMkLst>
        <pc:spChg chg="mod">
          <ac:chgData name="jeeshan shaikh" userId="740ff857b487d5be" providerId="LiveId" clId="{C644F9FF-D04A-446E-AE3B-CB8B4FBD58BA}" dt="2025-09-13T05:53:14.552" v="27" actId="26606"/>
          <ac:spMkLst>
            <pc:docMk/>
            <pc:sldMk cId="0" sldId="280"/>
            <ac:spMk id="2" creationId="{00000000-0000-0000-0000-000000000000}"/>
          </ac:spMkLst>
        </pc:spChg>
        <pc:spChg chg="mod">
          <ac:chgData name="jeeshan shaikh" userId="740ff857b487d5be" providerId="LiveId" clId="{C644F9FF-D04A-446E-AE3B-CB8B4FBD58BA}" dt="2025-09-13T05:53:14.552" v="27" actId="26606"/>
          <ac:spMkLst>
            <pc:docMk/>
            <pc:sldMk cId="0" sldId="280"/>
            <ac:spMk id="3" creationId="{00000000-0000-0000-0000-000000000000}"/>
          </ac:spMkLst>
        </pc:spChg>
        <pc:spChg chg="add">
          <ac:chgData name="jeeshan shaikh" userId="740ff857b487d5be" providerId="LiveId" clId="{C644F9FF-D04A-446E-AE3B-CB8B4FBD58BA}" dt="2025-09-13T05:53:14.552" v="27" actId="26606"/>
          <ac:spMkLst>
            <pc:docMk/>
            <pc:sldMk cId="0" sldId="280"/>
            <ac:spMk id="10" creationId="{058A14AF-9FB5-4CC7-BA35-E8E85D3EDF0E}"/>
          </ac:spMkLst>
        </pc:spChg>
        <pc:spChg chg="add">
          <ac:chgData name="jeeshan shaikh" userId="740ff857b487d5be" providerId="LiveId" clId="{C644F9FF-D04A-446E-AE3B-CB8B4FBD58BA}" dt="2025-09-13T05:53:14.552" v="27" actId="26606"/>
          <ac:spMkLst>
            <pc:docMk/>
            <pc:sldMk cId="0" sldId="280"/>
            <ac:spMk id="12" creationId="{3A9A4357-BD1D-4622-A4FE-766E6AB8DE84}"/>
          </ac:spMkLst>
        </pc:spChg>
        <pc:spChg chg="add">
          <ac:chgData name="jeeshan shaikh" userId="740ff857b487d5be" providerId="LiveId" clId="{C644F9FF-D04A-446E-AE3B-CB8B4FBD58BA}" dt="2025-09-13T05:53:14.552" v="27" actId="26606"/>
          <ac:spMkLst>
            <pc:docMk/>
            <pc:sldMk cId="0" sldId="280"/>
            <ac:spMk id="14" creationId="{E659831F-0D9A-4C63-9EBB-8435B85A440F}"/>
          </ac:spMkLst>
        </pc:spChg>
        <pc:spChg chg="add">
          <ac:chgData name="jeeshan shaikh" userId="740ff857b487d5be" providerId="LiveId" clId="{C644F9FF-D04A-446E-AE3B-CB8B4FBD58BA}" dt="2025-09-13T05:53:14.552" v="27" actId="26606"/>
          <ac:spMkLst>
            <pc:docMk/>
            <pc:sldMk cId="0" sldId="280"/>
            <ac:spMk id="16" creationId="{E6995CE5-F890-4ABA-82A2-26507CE8D2A3}"/>
          </ac:spMkLst>
        </pc:spChg>
        <pc:picChg chg="add mod">
          <ac:chgData name="jeeshan shaikh" userId="740ff857b487d5be" providerId="LiveId" clId="{C644F9FF-D04A-446E-AE3B-CB8B4FBD58BA}" dt="2025-09-13T05:53:18.505" v="29" actId="962"/>
          <ac:picMkLst>
            <pc:docMk/>
            <pc:sldMk cId="0" sldId="280"/>
            <ac:picMk id="5" creationId="{EC14BBBA-8E03-6D28-5727-A623DFFB1DF2}"/>
          </ac:picMkLst>
        </pc:picChg>
      </pc:sldChg>
      <pc:sldChg chg="del">
        <pc:chgData name="jeeshan shaikh" userId="740ff857b487d5be" providerId="LiveId" clId="{C644F9FF-D04A-446E-AE3B-CB8B4FBD58BA}" dt="2025-09-13T05:53:27.282" v="33" actId="47"/>
        <pc:sldMkLst>
          <pc:docMk/>
          <pc:sldMk cId="0" sldId="281"/>
        </pc:sldMkLst>
      </pc:sldChg>
      <pc:sldChg chg="del">
        <pc:chgData name="jeeshan shaikh" userId="740ff857b487d5be" providerId="LiveId" clId="{C644F9FF-D04A-446E-AE3B-CB8B4FBD58BA}" dt="2025-09-13T05:53:26.275" v="32" actId="47"/>
        <pc:sldMkLst>
          <pc:docMk/>
          <pc:sldMk cId="0" sldId="282"/>
        </pc:sldMkLst>
      </pc:sldChg>
      <pc:sldChg chg="del">
        <pc:chgData name="jeeshan shaikh" userId="740ff857b487d5be" providerId="LiveId" clId="{C644F9FF-D04A-446E-AE3B-CB8B4FBD58BA}" dt="2025-09-13T05:53:24.801" v="31" actId="47"/>
        <pc:sldMkLst>
          <pc:docMk/>
          <pc:sldMk cId="0" sldId="283"/>
        </pc:sldMkLst>
      </pc:sldChg>
      <pc:sldChg chg="del">
        <pc:chgData name="jeeshan shaikh" userId="740ff857b487d5be" providerId="LiveId" clId="{C644F9FF-D04A-446E-AE3B-CB8B4FBD58BA}" dt="2025-09-13T05:53:24.011" v="30" actId="47"/>
        <pc:sldMkLst>
          <pc:docMk/>
          <pc:sldMk cId="0" sldId="284"/>
        </pc:sldMkLst>
      </pc:sldChg>
      <pc:sldChg chg="delSp add del setBg delDesignElem">
        <pc:chgData name="jeeshan shaikh" userId="740ff857b487d5be" providerId="LiveId" clId="{C644F9FF-D04A-446E-AE3B-CB8B4FBD58BA}" dt="2025-09-22T07:17:30.030" v="36" actId="47"/>
        <pc:sldMkLst>
          <pc:docMk/>
          <pc:sldMk cId="1508502924" sldId="288"/>
        </pc:sldMkLst>
        <pc:spChg chg="del">
          <ac:chgData name="jeeshan shaikh" userId="740ff857b487d5be" providerId="LiveId" clId="{C644F9FF-D04A-446E-AE3B-CB8B4FBD58BA}" dt="2025-09-22T07:17:25.358" v="35"/>
          <ac:spMkLst>
            <pc:docMk/>
            <pc:sldMk cId="1508502924" sldId="288"/>
            <ac:spMk id="23" creationId="{2C7B4800-49F8-8F4E-FD4E-465714175EFB}"/>
          </ac:spMkLst>
        </pc:spChg>
        <pc:spChg chg="del">
          <ac:chgData name="jeeshan shaikh" userId="740ff857b487d5be" providerId="LiveId" clId="{C644F9FF-D04A-446E-AE3B-CB8B4FBD58BA}" dt="2025-09-22T07:17:25.358" v="35"/>
          <ac:spMkLst>
            <pc:docMk/>
            <pc:sldMk cId="1508502924" sldId="288"/>
            <ac:spMk id="24" creationId="{674995DC-EB3C-F2A1-750F-E892F7AC5C7A}"/>
          </ac:spMkLst>
        </pc:spChg>
        <pc:spChg chg="del">
          <ac:chgData name="jeeshan shaikh" userId="740ff857b487d5be" providerId="LiveId" clId="{C644F9FF-D04A-446E-AE3B-CB8B4FBD58BA}" dt="2025-09-22T07:17:25.358" v="35"/>
          <ac:spMkLst>
            <pc:docMk/>
            <pc:sldMk cId="1508502924" sldId="288"/>
            <ac:spMk id="25" creationId="{DFFE9541-F168-E269-2349-11153153FBF0}"/>
          </ac:spMkLst>
        </pc:spChg>
        <pc:spChg chg="del">
          <ac:chgData name="jeeshan shaikh" userId="740ff857b487d5be" providerId="LiveId" clId="{C644F9FF-D04A-446E-AE3B-CB8B4FBD58BA}" dt="2025-09-22T07:17:25.358" v="35"/>
          <ac:spMkLst>
            <pc:docMk/>
            <pc:sldMk cId="1508502924" sldId="288"/>
            <ac:spMk id="26" creationId="{A687CE24-F8A1-3733-BEF3-341668F2D604}"/>
          </ac:spMkLst>
        </pc:spChg>
        <pc:spChg chg="del">
          <ac:chgData name="jeeshan shaikh" userId="740ff857b487d5be" providerId="LiveId" clId="{C644F9FF-D04A-446E-AE3B-CB8B4FBD58BA}" dt="2025-09-22T07:17:25.358" v="35"/>
          <ac:spMkLst>
            <pc:docMk/>
            <pc:sldMk cId="1508502924" sldId="288"/>
            <ac:spMk id="27" creationId="{A9AE1B38-7C19-F2D0-3D64-5091EDEA019D}"/>
          </ac:spMkLst>
        </pc:spChg>
        <pc:spChg chg="del">
          <ac:chgData name="jeeshan shaikh" userId="740ff857b487d5be" providerId="LiveId" clId="{C644F9FF-D04A-446E-AE3B-CB8B4FBD58BA}" dt="2025-09-22T07:17:25.358" v="35"/>
          <ac:spMkLst>
            <pc:docMk/>
            <pc:sldMk cId="1508502924" sldId="288"/>
            <ac:spMk id="28" creationId="{7E4C8BEC-035C-8A8B-BDA0-DAAFC9C84FB7}"/>
          </ac:spMkLst>
        </pc:spChg>
        <pc:spChg chg="del">
          <ac:chgData name="jeeshan shaikh" userId="740ff857b487d5be" providerId="LiveId" clId="{C644F9FF-D04A-446E-AE3B-CB8B4FBD58BA}" dt="2025-09-22T07:17:25.358" v="35"/>
          <ac:spMkLst>
            <pc:docMk/>
            <pc:sldMk cId="1508502924" sldId="288"/>
            <ac:spMk id="29" creationId="{58947AE6-BD2B-88B7-25E8-5790B630ABA0}"/>
          </ac:spMkLst>
        </pc:spChg>
      </pc:sldChg>
      <pc:sldChg chg="modSp add mod ord">
        <pc:chgData name="jeeshan shaikh" userId="740ff857b487d5be" providerId="LiveId" clId="{C644F9FF-D04A-446E-AE3B-CB8B4FBD58BA}" dt="2025-09-22T07:17:59.602" v="48" actId="1076"/>
        <pc:sldMkLst>
          <pc:docMk/>
          <pc:sldMk cId="2463076934" sldId="288"/>
        </pc:sldMkLst>
        <pc:spChg chg="mod">
          <ac:chgData name="jeeshan shaikh" userId="740ff857b487d5be" providerId="LiveId" clId="{C644F9FF-D04A-446E-AE3B-CB8B4FBD58BA}" dt="2025-09-22T07:17:59.602" v="48" actId="1076"/>
          <ac:spMkLst>
            <pc:docMk/>
            <pc:sldMk cId="2463076934" sldId="288"/>
            <ac:spMk id="2" creationId="{F4452253-9715-B2FA-B001-AF6E91916D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C3439-A317-9885-1250-6013CFBF6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43A4C-99AE-8697-0D9B-375038FF4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44A24-70B6-8D57-28DD-8C70E9C7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619C-A135-4180-8090-806323C1CAE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1359A-D1BA-BF30-20C5-E8F4A84F8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E110E-6D55-E51A-9805-2643E6A2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60B4-7E14-4629-B1AB-0F272A46F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41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EEE1-A3A1-2374-3BCD-22453AA4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18149-2778-E03E-6270-4735CC45F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46932-BAD5-C325-4559-D296EBBB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619C-A135-4180-8090-806323C1CAE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BCC4-A859-99D3-566E-A49EB0D86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61747-F95C-2A03-E42F-7A9E79CD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60B4-7E14-4629-B1AB-0F272A46F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0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6939C-36BF-1C47-6A1C-5416E1BCF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E8DB4-AB1B-1B58-1A59-3055F9998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F5A05-1C8E-825A-9339-065569FBD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619C-A135-4180-8090-806323C1CAE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2A35B-81DD-F561-1A27-014E8B07D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F1117-087A-07D5-2CB6-1A12C2925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60B4-7E14-4629-B1AB-0F272A46F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78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28D87-7104-1AEB-A2D5-218879807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60CCF-8E85-A615-D170-418C069DC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6B055-E8C1-E3B3-BB30-BACAA48E6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7C61D-5B47-7DD6-B4B8-363690C57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619C-A135-4180-8090-806323C1CAE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EF9BF-7DD9-55A4-5B2E-428F57AE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9641C-CA2C-4DD8-49DD-D833071B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60B4-7E14-4629-B1AB-0F272A46F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70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7DE6-213B-D36A-0F86-1BBAFC62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F2180-44F0-59AF-C5BC-D950829D1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BA775-5206-428D-6A67-9FC392655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D8C39A-D8FB-74AD-6D95-CC0DA7551C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7FBDF8-FB18-61E5-7DD4-44CBFBE72B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81D8B-9887-3C75-01AA-3E3C94987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619C-A135-4180-8090-806323C1CAE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3BFA0-02EC-32AD-B1AC-675F46C1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4F10B-E955-E331-5F41-9CD01276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60B4-7E14-4629-B1AB-0F272A46F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98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9ED5-81B8-0E73-CB45-05DD6289C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B48BD-2AFB-7E78-27D8-5E7480703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619C-A135-4180-8090-806323C1CAE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8318A-B483-7C1F-7695-4E6725AD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42B75-7DB6-9F35-AFCB-1E53ABB3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60B4-7E14-4629-B1AB-0F272A46F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7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D237E8-5D90-3B53-FEC5-0601D290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619C-A135-4180-8090-806323C1CAE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2007B0-4B64-04BE-C9FD-B8EB17C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622C2-9FD7-765C-156D-E299DB07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60B4-7E14-4629-B1AB-0F272A46F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6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6063-64FB-8E6A-7951-070F6E68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998AD-1F95-CD83-E2C0-1DCD8B622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77203-A814-13DA-C91D-3A5488E77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EBBD9-0CD2-A46D-5909-344E08351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619C-A135-4180-8090-806323C1CAE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7DD74-4A3C-7DF9-5B9C-2D0ED2F9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4FF09-4FD2-4783-D0B8-917A2A186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60B4-7E14-4629-B1AB-0F272A46F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43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922F-F481-50D8-C3B5-82F17A792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2AB4C2-0856-2E27-08EE-63A93E51E1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23568-55AD-E106-24E0-F36756CD2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3037E-B123-EE8E-1E32-9FBE3F6F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619C-A135-4180-8090-806323C1CAE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44359-54B1-0659-F674-4A31C3AFF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0AEA4-BD68-B592-EEA8-D7462DB1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60B4-7E14-4629-B1AB-0F272A46F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6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549E6-C1ED-CEEA-9DCA-636D9D35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92513-E618-3BF8-8E82-0634D3686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62BFE-25AF-B7B2-C53D-919EB05C7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619C-A135-4180-8090-806323C1CAE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840EE-2F38-4ED0-E08C-B2DAD067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3C35B-5B31-CE7B-3170-183A4C87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60B4-7E14-4629-B1AB-0F272A46F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8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5195A6-9D35-108C-53ED-E8E41573B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7511C-C21E-9208-FE20-A08713E31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CBF1-E44C-6802-569C-C73DD1711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619C-A135-4180-8090-806323C1CAE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42E1E-837F-A265-5484-2A1D9E19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0DA75-6EEE-1D69-125F-E0975B581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D60B4-7E14-4629-B1AB-0F272A46F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4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E27F45-5B83-E8CA-971F-8AB663D10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88569-AC69-972D-56BC-53BD31DD0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6BDA0-F59E-F403-10BA-9C3CE74A9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0D619C-A135-4180-8090-806323C1CAE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6F1F3-47C0-2DEA-AA4F-59CD1A966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62756-2E6C-C2B6-6ECB-239A0431D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D60B4-7E14-4629-B1AB-0F272A46F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27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6694A-9191-6FD1-4ADE-E4C49037C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/>
              <a:t>Banking System</a:t>
            </a:r>
          </a:p>
        </p:txBody>
      </p:sp>
    </p:spTree>
    <p:extLst>
      <p:ext uri="{BB962C8B-B14F-4D97-AF65-F5344CB8AC3E}">
        <p14:creationId xmlns:p14="http://schemas.microsoft.com/office/powerpoint/2010/main" val="1566874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D3BC0E-A4A6-9C7C-83DB-9980B1823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EE45D-D35C-247E-9EBD-09431DA6A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/>
              <a:t>The </a:t>
            </a:r>
            <a:r>
              <a:rPr lang="en-US" sz="2400" b="1"/>
              <a:t>Banking System Database</a:t>
            </a:r>
            <a:r>
              <a:rPr lang="en-US" sz="2400"/>
              <a:t> is designed to manage and organize the essential operations of a bank, including customers, accounts, loans, transactions, and payments. The system ensures efficient data storage, easy retrieval, and strong relationships between different entities.</a:t>
            </a:r>
          </a:p>
        </p:txBody>
      </p:sp>
    </p:spTree>
    <p:extLst>
      <p:ext uri="{BB962C8B-B14F-4D97-AF65-F5344CB8AC3E}">
        <p14:creationId xmlns:p14="http://schemas.microsoft.com/office/powerpoint/2010/main" val="2798000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F5435-F87C-8C2D-ABF6-6EC2BCDC8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 Diagram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95657C-A1CD-5C48-CA67-3E4AC7871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8799" y="625683"/>
            <a:ext cx="6797981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82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98B45-14C8-E667-4B68-036103110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293" y="806364"/>
            <a:ext cx="3354636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 of Table – Customer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80565F-4E20-F0D2-D5D5-FF9E62EF8A06}"/>
              </a:ext>
            </a:extLst>
          </p:cNvPr>
          <p:cNvSpPr txBox="1"/>
          <p:nvPr/>
        </p:nvSpPr>
        <p:spPr>
          <a:xfrm>
            <a:off x="8029293" y="3703250"/>
            <a:ext cx="2435507" cy="1122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 Table stores personal details of account holders.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876E135-5E12-31C6-140F-59A8BFC02B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071" y="623275"/>
            <a:ext cx="6469149" cy="24800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763F9B-73AA-4909-F579-9701962BD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827" y="3245820"/>
            <a:ext cx="5703052" cy="28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78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FEAEA-6337-648E-DBBD-A329092AC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D26CD65-C49D-CCA6-A959-04869FC5D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456B5AD-607D-B762-77C5-A49130132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A9906646-08E6-7901-E337-2B834A41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51B046-7BE3-7102-759E-C6AD74A73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86369-923C-4A0D-8E01-A45884295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293" y="806364"/>
            <a:ext cx="3354636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 of Table – </a:t>
            </a:r>
            <a:r>
              <a:rPr lang="en-US" sz="4700" dirty="0"/>
              <a:t>Branch Table</a:t>
            </a:r>
            <a:endParaRPr lang="en-US" sz="4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B8E4C-5726-BB89-77EF-3892995361B3}"/>
              </a:ext>
            </a:extLst>
          </p:cNvPr>
          <p:cNvSpPr txBox="1"/>
          <p:nvPr/>
        </p:nvSpPr>
        <p:spPr>
          <a:xfrm>
            <a:off x="8029293" y="3703250"/>
            <a:ext cx="2435507" cy="1122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/>
              <a:t>Branch table represents different bank branches.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E21D74D-D4CE-D9B0-6AE4-604AD22368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2490" y="806364"/>
            <a:ext cx="7034488" cy="21973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C91EDCA-B0DF-105D-388F-C2FDDDBA0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69" y="3335867"/>
            <a:ext cx="6978907" cy="276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33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D8EAAF-6F5C-3C34-8E68-BB9E69CF3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F42A919-2E22-CF7A-7132-1D0B4BE3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A126684-0879-119B-DAF8-D90834756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98D62549-7533-BCF2-3254-33B643B68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D9B935-F2B5-DD75-DF8F-1695E3028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7E07A0-108D-6ECB-FA50-319D9D8F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293" y="806364"/>
            <a:ext cx="3354636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 of Table – Account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71E3CE-08D1-4216-CFC9-AA02AD5C26EA}"/>
              </a:ext>
            </a:extLst>
          </p:cNvPr>
          <p:cNvSpPr txBox="1"/>
          <p:nvPr/>
        </p:nvSpPr>
        <p:spPr>
          <a:xfrm>
            <a:off x="8029293" y="3703250"/>
            <a:ext cx="2435507" cy="1122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Account Table </a:t>
            </a:r>
            <a:r>
              <a:rPr lang="en-US" sz="1600" dirty="0"/>
              <a:t>manages savings, current, and fixed deposit accounts.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CE25DBD-D191-B541-9BD4-217A9DE64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618" y="769294"/>
            <a:ext cx="7187777" cy="23375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354892-90F2-FEBE-78EE-D04CBB9A3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92" y="3174053"/>
            <a:ext cx="5376489" cy="292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7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E685F-AC0B-9073-9CBD-88F762D3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3CC97FC-B553-1385-7DBA-59203DFF1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E12C4BA-DBB6-A4C9-F1B1-E1FE91A64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572BB106-BE23-4C5D-9401-2D6515B4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E09ADC-DD19-308E-D308-8EB4E74C1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DF905-2785-DF57-A3B4-44DF41A11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293" y="806364"/>
            <a:ext cx="3354636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 of Table – Transaction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B1A642-5E0F-B401-24A9-16B47E8F31FD}"/>
              </a:ext>
            </a:extLst>
          </p:cNvPr>
          <p:cNvSpPr txBox="1"/>
          <p:nvPr/>
        </p:nvSpPr>
        <p:spPr>
          <a:xfrm>
            <a:off x="8029293" y="3703250"/>
            <a:ext cx="2435507" cy="1122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dirty="0"/>
              <a:t>Transaction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Table </a:t>
            </a:r>
            <a:r>
              <a:rPr lang="en-US" sz="1600" dirty="0"/>
              <a:t>records deposits, withdrawals, and fund transfers.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F106D21-D2FC-2349-A379-154483C22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775" y="679002"/>
            <a:ext cx="7064080" cy="21905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AE3D8D-ABD6-4DA1-DF20-E8960D77B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45" y="3087142"/>
            <a:ext cx="5966889" cy="292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86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2ECB54-50BC-07D6-CD6C-B82DE98B7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B7DDAA7-0369-E393-3793-2B7C97B3C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2F2D048-EC22-D9B0-458A-43D5AE837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72A0406C-61FC-B54C-A6A5-13F83EBD9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04CF00-ED55-7CFE-611E-5B1896CE9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C15D0B-5F92-3D47-7F73-D966D802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293" y="806364"/>
            <a:ext cx="3354636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 of Table – </a:t>
            </a:r>
            <a:b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Loan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7D348-2D0B-189A-8243-31D11F02B53A}"/>
              </a:ext>
            </a:extLst>
          </p:cNvPr>
          <p:cNvSpPr txBox="1"/>
          <p:nvPr/>
        </p:nvSpPr>
        <p:spPr>
          <a:xfrm>
            <a:off x="8029293" y="3703250"/>
            <a:ext cx="2435507" cy="1122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dirty="0"/>
              <a:t>Loan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Table </a:t>
            </a:r>
            <a:r>
              <a:rPr lang="en-US" sz="1600" dirty="0"/>
              <a:t>tracks loan details such as type, amount, and interest rate.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2F7E98-43FC-FE9E-688E-BD045E687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773" y="630648"/>
            <a:ext cx="7231693" cy="22389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F72395-B022-0A97-6F0A-EFBDAA45B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62" y="2869563"/>
            <a:ext cx="5522539" cy="318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85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83B13-8636-C5B5-FA84-8DC8DE81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CBE76E0-AF95-9E01-FD2D-A3E875795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ED57A19-F685-EC28-831E-AF134C102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F31A7C58-9B55-F002-B7C6-AB072190A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249189-EF90-0046-15E8-7BF46E6E2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5F0A8-29E8-0CFD-E198-3AE19747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293" y="806364"/>
            <a:ext cx="3354636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Structure of Table – </a:t>
            </a:r>
            <a:b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Payment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97383D-57B9-D90C-995D-D9EAA13FB710}"/>
              </a:ext>
            </a:extLst>
          </p:cNvPr>
          <p:cNvSpPr txBox="1"/>
          <p:nvPr/>
        </p:nvSpPr>
        <p:spPr>
          <a:xfrm>
            <a:off x="8029293" y="3703250"/>
            <a:ext cx="2435507" cy="1122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Payment Table </a:t>
            </a:r>
            <a:r>
              <a:rPr lang="en-US" sz="1600" dirty="0"/>
              <a:t>maintains records of loan repayments.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113949-12F8-D596-39BC-BB72D1470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1564" y="806364"/>
            <a:ext cx="6650163" cy="18830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438CB6-B6C2-01F9-785D-DFDA00CDA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75" y="3429000"/>
            <a:ext cx="5863968" cy="237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78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207E3-B27B-AC33-30AE-6DB6C17D0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Content of Table - Customer</a:t>
            </a: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Syntax – Select * from Customer;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8A7FD2-5860-7520-3222-2A2AEB445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0258" y="1396588"/>
            <a:ext cx="9591484" cy="527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36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27D72-D99D-E358-A644-2EBF9B2F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5EAF2DC-2D1D-2F9F-6705-59C03E148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7119DF-2013-4841-9834-05D8012F2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Content of Table - </a:t>
            </a:r>
            <a:r>
              <a:rPr lang="en-US" sz="2200" dirty="0">
                <a:solidFill>
                  <a:schemeClr val="bg1"/>
                </a:solidFill>
              </a:rPr>
              <a:t>Branch</a:t>
            </a: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Syntax – Select * from </a:t>
            </a:r>
            <a:r>
              <a:rPr lang="en-US" sz="2200" dirty="0">
                <a:solidFill>
                  <a:schemeClr val="bg1"/>
                </a:solidFill>
              </a:rPr>
              <a:t>Branch;</a:t>
            </a:r>
            <a:endParaRPr lang="en-US" sz="2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C3D993-8463-45C2-0FA8-1FCB980DA4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4272" y="1396588"/>
            <a:ext cx="7629832" cy="531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5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910FC-3974-A2F3-9C85-A4CDEF08B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F8EFCF9-C901-ED6E-E7E8-1B83F82E1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B7B93E-DFBF-6005-7B0D-31F494B5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Content of Table - </a:t>
            </a:r>
            <a:r>
              <a:rPr lang="en-US" sz="2200" dirty="0">
                <a:solidFill>
                  <a:schemeClr val="bg1"/>
                </a:solidFill>
              </a:rPr>
              <a:t>Account</a:t>
            </a: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Syntax – Select * from </a:t>
            </a:r>
            <a:r>
              <a:rPr lang="en-US" sz="2200" dirty="0">
                <a:solidFill>
                  <a:schemeClr val="bg1"/>
                </a:solidFill>
              </a:rPr>
              <a:t>Account;</a:t>
            </a:r>
            <a:endParaRPr lang="en-US" sz="2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A5B48A3-BC49-E518-8857-62D2324A8A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8601" y="1396588"/>
            <a:ext cx="7663614" cy="524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59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54DFE-57B1-5967-3586-C444B884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1099FA-7EBF-E8C9-02F2-8E87E9122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C570C-2A9C-24EE-0658-57B1871F3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Content of Table - </a:t>
            </a:r>
            <a:r>
              <a:rPr lang="en-US" sz="2200" dirty="0">
                <a:solidFill>
                  <a:schemeClr val="bg1"/>
                </a:solidFill>
              </a:rPr>
              <a:t>transaction</a:t>
            </a: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Syntax – Select * from </a:t>
            </a:r>
            <a:r>
              <a:rPr lang="en-US" sz="2200" dirty="0">
                <a:solidFill>
                  <a:schemeClr val="bg1"/>
                </a:solidFill>
              </a:rPr>
              <a:t>transaction;</a:t>
            </a:r>
            <a:endParaRPr lang="en-US" sz="2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36AF19-014D-9CCC-93BC-67CEDF5F0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3365" y="1388304"/>
            <a:ext cx="7765269" cy="546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62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5F36E-F02F-648B-3D6E-53BCE853D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9A6DD29-7C13-506C-A823-09461C7CB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2E634-4185-446A-17E2-85ABC362D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Content of Table - </a:t>
            </a:r>
            <a:r>
              <a:rPr lang="en-US" sz="2200" dirty="0">
                <a:solidFill>
                  <a:schemeClr val="bg1"/>
                </a:solidFill>
              </a:rPr>
              <a:t>loan</a:t>
            </a: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Syntax – Select * from </a:t>
            </a:r>
            <a:r>
              <a:rPr lang="en-US" sz="2200" dirty="0">
                <a:solidFill>
                  <a:schemeClr val="bg1"/>
                </a:solidFill>
              </a:rPr>
              <a:t>loan;</a:t>
            </a:r>
            <a:endParaRPr lang="en-US" sz="2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6969311-277A-43D7-BEDA-DE81226B2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777" y="1388303"/>
            <a:ext cx="10224445" cy="481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878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7F41C-E081-22E5-B528-78174CAD8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31FE2C8-C696-A119-E8D1-C8DA09A9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B9BDE-CCDD-3223-3222-E1228AF09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Content of Table - </a:t>
            </a:r>
            <a:r>
              <a:rPr lang="en-US" sz="2200" dirty="0">
                <a:solidFill>
                  <a:schemeClr val="bg1"/>
                </a:solidFill>
              </a:rPr>
              <a:t>payment</a:t>
            </a: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Syntax – Select * from </a:t>
            </a:r>
            <a:r>
              <a:rPr lang="en-US" sz="2200" dirty="0">
                <a:solidFill>
                  <a:schemeClr val="bg1"/>
                </a:solidFill>
              </a:rPr>
              <a:t>payment;</a:t>
            </a:r>
            <a:endParaRPr lang="en-US" sz="2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D2B8AE-F12F-0849-F801-7849C8E7E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955" y="1501330"/>
            <a:ext cx="5560734" cy="535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622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7D656-7F8E-DB96-B5D2-627A1293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Subqueries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16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Subqueries - 1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Display customers with loans above 10,00,000.</a:t>
            </a:r>
          </a:p>
          <a:p>
            <a:endParaRPr lang="en-US" sz="2000" dirty="0"/>
          </a:p>
          <a:p>
            <a:r>
              <a:rPr lang="en-US" sz="2000" dirty="0"/>
              <a:t>Syntax -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c.Name</a:t>
            </a:r>
            <a:r>
              <a:rPr lang="en-US" sz="2000" dirty="0"/>
              <a:t>, </a:t>
            </a:r>
            <a:r>
              <a:rPr lang="en-US" sz="2000" dirty="0" err="1"/>
              <a:t>l.Loan_Amount</a:t>
            </a:r>
            <a:r>
              <a:rPr lang="en-US" sz="2000" dirty="0"/>
              <a:t> FROM Customer c, Loan </a:t>
            </a:r>
            <a:r>
              <a:rPr lang="en-US" sz="2000" dirty="0" err="1"/>
              <a:t>lWHERE</a:t>
            </a:r>
            <a:r>
              <a:rPr lang="en-US" sz="2000" dirty="0"/>
              <a:t> </a:t>
            </a:r>
            <a:r>
              <a:rPr lang="en-US" sz="2000" dirty="0" err="1"/>
              <a:t>c.CustomerID</a:t>
            </a:r>
            <a:r>
              <a:rPr lang="en-US" sz="2000" dirty="0"/>
              <a:t> = </a:t>
            </a:r>
            <a:r>
              <a:rPr lang="en-US" sz="2000" dirty="0" err="1"/>
              <a:t>l.CustomerID</a:t>
            </a:r>
            <a:r>
              <a:rPr lang="en-US" sz="2000" dirty="0"/>
              <a:t> AND </a:t>
            </a:r>
            <a:r>
              <a:rPr lang="en-US" sz="2000" dirty="0" err="1"/>
              <a:t>l.Loan_Amount</a:t>
            </a:r>
            <a:r>
              <a:rPr lang="en-US" sz="2000" dirty="0"/>
              <a:t> &gt; 1000000;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06AF41-94B0-FB0A-E179-1B393106F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3469"/>
            <a:ext cx="5150277" cy="289581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Subqueries - 2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Display accounts with balance greater than average balance.</a:t>
            </a:r>
          </a:p>
          <a:p>
            <a:endParaRPr lang="en-US" sz="2000" dirty="0"/>
          </a:p>
          <a:p>
            <a:r>
              <a:rPr lang="en-US" sz="2000" dirty="0"/>
              <a:t>Syntax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Account_ID</a:t>
            </a:r>
            <a:r>
              <a:rPr lang="en-US" sz="2000" dirty="0"/>
              <a:t>, Balance FROM Account</a:t>
            </a:r>
          </a:p>
          <a:p>
            <a:r>
              <a:rPr lang="en-US" sz="2000" dirty="0"/>
              <a:t>WHERE Balance &gt; (SELECT AVG(Balance) FROM Account);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6B312-7D43-BBBE-917C-582902C48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837" y="2484255"/>
            <a:ext cx="3491667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Subqueries - 3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Display customers who have not made any transactions.</a:t>
            </a:r>
          </a:p>
          <a:p>
            <a:endParaRPr lang="en-US" sz="2000" dirty="0"/>
          </a:p>
          <a:p>
            <a:r>
              <a:rPr lang="en-US" sz="2000" dirty="0"/>
              <a:t>Syntax</a:t>
            </a:r>
          </a:p>
          <a:p>
            <a:pPr marL="0" indent="0">
              <a:buNone/>
            </a:pPr>
            <a:r>
              <a:rPr lang="en-US" sz="2000" dirty="0"/>
              <a:t>SELECT Name FROM Customer WHERE CustomerID NOT IN(SELECT DISTINCT CustomerID FROM Account a JOIN Transaction </a:t>
            </a:r>
            <a:r>
              <a:rPr lang="en-US" sz="2000" dirty="0" err="1"/>
              <a:t>tON</a:t>
            </a:r>
            <a:r>
              <a:rPr lang="en-US" sz="2000" dirty="0"/>
              <a:t> </a:t>
            </a:r>
            <a:r>
              <a:rPr lang="en-US" sz="2000" dirty="0" err="1"/>
              <a:t>a.Account_ID</a:t>
            </a:r>
            <a:r>
              <a:rPr lang="en-US" sz="2000" dirty="0"/>
              <a:t> = </a:t>
            </a:r>
            <a:r>
              <a:rPr lang="en-US" sz="2000" dirty="0" err="1"/>
              <a:t>t.Account_ID</a:t>
            </a:r>
            <a:r>
              <a:rPr lang="en-US" sz="2000" dirty="0"/>
              <a:t>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44F7E-69D9-F69D-CCBB-AFA789006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761" y="2484255"/>
            <a:ext cx="3009819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3144D-5820-BACC-1659-DE77A1C4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777AE6C-C26E-D247-7447-011A198E7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DAC7C-C01A-DD3F-DB22-4592A7EDC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Subqueries - 4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67B30F-23CC-C27D-7BA9-E21B9A4A8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F3EE44-2E4A-5719-D80C-B794D9B8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C85E2-1975-4AF7-9CE8-D4492C027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Display customers who have not taken any loan.</a:t>
            </a:r>
          </a:p>
          <a:p>
            <a:endParaRPr lang="en-US" sz="2000" dirty="0"/>
          </a:p>
          <a:p>
            <a:r>
              <a:rPr lang="en-US" sz="2000" dirty="0"/>
              <a:t>Syntax</a:t>
            </a:r>
          </a:p>
          <a:p>
            <a:pPr marL="0" indent="0">
              <a:buNone/>
            </a:pPr>
            <a:r>
              <a:rPr lang="en-US" sz="2000" dirty="0"/>
              <a:t>SELECT Name FROM Customer WHERE CustomerID NOT IN(SELECT DISTINCT CustomerID FROM Loan);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AE3AF8-066C-3F25-EE61-BEF9097ED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F0BCA-276E-7AC7-E7E3-B5DBC816A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69" b="-1"/>
          <a:stretch>
            <a:fillRect/>
          </a:stretch>
        </p:blipFill>
        <p:spPr>
          <a:xfrm>
            <a:off x="7221003" y="2684763"/>
            <a:ext cx="2697261" cy="33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47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52A63-6C24-145F-ADD4-E8EF64B7B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C2F826F-35DD-263C-B189-D5D3D5003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D2882B-0D36-3D3F-14DF-D22443CB5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DDC0B6-1499-916C-E4BC-E347455E1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058A87-EB07-1856-87DD-C377B067C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EA6D717-75F0-7BBD-3892-D94839859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452253-9715-B2FA-B001-AF6E91916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418" y="966468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Joins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3E0C6C-C468-9678-3127-B640C29D1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D4D2EF-2FEA-8E0B-0071-46C9F39B1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76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Joins - 1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Show customer names with their account details and branch name.</a:t>
            </a:r>
          </a:p>
          <a:p>
            <a:pPr marL="0" indent="0">
              <a:buNone/>
            </a:pPr>
            <a:endParaRPr lang="en-US" sz="2000"/>
          </a:p>
          <a:p>
            <a:r>
              <a:rPr lang="en-US" sz="2000"/>
              <a:t>SELECT c.Name, a.Account_ID, a.Account_Type, b.Branch_NameFROM Customer c JOIN Account a ON c.CustomerID = a.CustomerIDJOIN Branch b ON a.Branch_ID = b.Branch_ID;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58BE34-92CC-C7AA-BB48-57439CE08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887" y="2484255"/>
            <a:ext cx="4529566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Joins - 2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Show loan details with repayment history.</a:t>
            </a:r>
          </a:p>
          <a:p>
            <a:pPr marL="0" indent="0">
              <a:buNone/>
            </a:pPr>
            <a:endParaRPr lang="en-US" sz="2000"/>
          </a:p>
          <a:p>
            <a:r>
              <a:rPr lang="en-US" sz="2000"/>
              <a:t>SELECT c.Name, l.Loan_Type, l.Loan_Amount, p.Amount_Paid, p.Payment_DateFROM Customer c JOIN Loan l ON c.CustomerID = l.CustomerIDJOIN Payment p ON l.Loan_ID = p.Loan_ID;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C1E933-6BA2-E9D5-C1F8-79E377DC3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725477"/>
            <a:ext cx="5150277" cy="32317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Joins - 3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Show transactions with customer and account details.</a:t>
            </a:r>
          </a:p>
          <a:p>
            <a:endParaRPr lang="en-US" sz="2000"/>
          </a:p>
          <a:p>
            <a:r>
              <a:rPr lang="en-US" sz="2000"/>
              <a:t>SELECT c.Name, a.Account_ID, t.Transaction_Type, t.Amount, t.DateFROM Customer c JOIN Account a ON c.CustomerID = a.CustomerIDJOIN Transaction t ON a.Account_ID = t.Account_ID;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14BBBA-8E03-6D28-5727-A623DFFB1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493715"/>
            <a:ext cx="5150277" cy="369532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574</Words>
  <Application>Microsoft Office PowerPoint</Application>
  <PresentationFormat>Widescreen</PresentationFormat>
  <Paragraphs>58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Office Theme</vt:lpstr>
      <vt:lpstr>Banking System</vt:lpstr>
      <vt:lpstr>Abstract</vt:lpstr>
      <vt:lpstr>ER Diagram</vt:lpstr>
      <vt:lpstr>Structure of Table – Customer Table</vt:lpstr>
      <vt:lpstr>Structure of Table – Branch Table</vt:lpstr>
      <vt:lpstr>Structure of Table – Account Table</vt:lpstr>
      <vt:lpstr>Structure of Table – Transaction Table</vt:lpstr>
      <vt:lpstr>Structure of Table –  Loan Table</vt:lpstr>
      <vt:lpstr>Structure of Table –  Payment Table</vt:lpstr>
      <vt:lpstr>Content of Table - Customer Syntax – Select * from Customer;</vt:lpstr>
      <vt:lpstr>Content of Table - Branch Syntax – Select * from Branch;</vt:lpstr>
      <vt:lpstr>Content of Table - Account Syntax – Select * from Account;</vt:lpstr>
      <vt:lpstr>Content of Table - transaction Syntax – Select * from transaction;</vt:lpstr>
      <vt:lpstr>Content of Table - loan Syntax – Select * from loan;</vt:lpstr>
      <vt:lpstr>Content of Table - payment Syntax – Select * from payment;</vt:lpstr>
      <vt:lpstr>Subqueries</vt:lpstr>
      <vt:lpstr>Subqueries - 1</vt:lpstr>
      <vt:lpstr>Subqueries - 2</vt:lpstr>
      <vt:lpstr>Subqueries - 3</vt:lpstr>
      <vt:lpstr>Subqueries - 4</vt:lpstr>
      <vt:lpstr>Joins</vt:lpstr>
      <vt:lpstr>Joins - 1</vt:lpstr>
      <vt:lpstr>Joins - 2</vt:lpstr>
      <vt:lpstr>Joins - 3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jeeshan shaikh</dc:creator>
  <cp:lastModifiedBy>jeeshan shaikh</cp:lastModifiedBy>
  <cp:revision>1</cp:revision>
  <dcterms:created xsi:type="dcterms:W3CDTF">2025-09-07T08:05:55Z</dcterms:created>
  <dcterms:modified xsi:type="dcterms:W3CDTF">2025-09-22T07:18:03Z</dcterms:modified>
</cp:coreProperties>
</file>